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92B9C-BF29-441E-843D-CB69C3E3D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9D2661-293C-4EED-A400-7401D78E6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35951B-B501-426E-8535-B210F5B2F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9406A1-0B9A-4553-9D0C-ADD05344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9A424E-02DB-4A13-B6C3-A7A6240E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040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54BF3-C9B4-4E2E-B1A1-CD7E8BFB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8C1271-192C-493B-91A8-A7C602B38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9B2A93-B87E-4CE3-B10B-85B490E3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D1D9B4-16F0-44D7-9FFF-C1D63568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DFAF16-61FD-4EF0-8D54-B15FA5A5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359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103AA-37EF-419F-808D-6385A9077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B34880-9334-4FF0-9D29-0357A35C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7BAB4D-FA0B-48CA-9F99-5A46DB798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EE763-E629-4424-A022-5FC0D9D6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7D3FDA-774F-44E5-9BD6-66653324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82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6F91C-CA73-4E6B-8172-A5F70F07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7B88F7-84BF-41FF-9505-5BEBCD3E7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F35145-8DA6-46F1-B069-CFFD19A6B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D443F6-E3C2-45A2-BF14-8C8D5577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507A7C-5A15-4311-8779-2A514D0E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1D2DB0-93D1-47DC-ACB6-D54DD18C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67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709A6-0710-405F-87CF-B9BAF4C9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D4D55B-2E1C-4302-8971-9BFE83D1A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FE801A-CAD8-43F2-8350-1F7F63B42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53D832-0A3D-46B2-8B29-95553A48E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A263AA-4379-47F4-B090-2E14082F1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02F760-56D2-4C6D-A1E0-B912309F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898DEB-77CD-4590-966D-3EEBDAEC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4BA6C0-7F36-41A1-BC43-C8B19C57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31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8FDF7-33A6-473D-9CB4-7C7199B8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8E62FB-6914-4964-844D-297665AA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75513E-FABC-4A2F-B1B5-11780574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08BAB5-68E8-41AA-AC84-DD9D5D0F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31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1F8B98-B8FD-4713-A3BF-A7D2ACCB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A09A9A-48A3-4017-8B90-C325A51E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67088B-1A28-4C54-99A1-EB9B8A46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0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4DDE9-D936-4FEB-94B3-2103C98F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31ECFC-D70A-4AEF-BC33-2E0A2CEBE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0E3ADE-E465-4537-88A6-46C85ACB2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094745-9529-475D-A492-510DD48E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04DFE6-E7A5-413B-8C16-773C259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770647-7295-47D8-BA9A-DA000A4C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48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042E7-E3BB-4C0B-9524-BC6E14430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B63E2C-8532-4C08-BC5F-BE7D4299E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C352B6-8BDF-4E4B-89D9-F88CB7D06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9B64BD-96C1-438F-9202-00F46A26E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C1AC59-A8D1-485B-AFE8-1CA8219A3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A095F8-96A5-4AB5-B8BC-A3D2362D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0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88924-925C-4953-ABD1-886E8259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A47F4E-F68E-47F2-BCAC-8E43DE268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FD4727-D359-49B6-84F6-7CB92B07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5D43FC-4086-4610-8837-9062074C9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6A908A-F760-4F6D-A677-3B902FFB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96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CB7F47-3A68-4255-A255-8062FA90C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B59B50-2F82-4F14-B72D-CAE40E64F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E81B62-5EF4-4059-9C3E-C23E8BD9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12457B-1EF1-48B5-B701-E12E07B8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646C5-F6D9-4F35-B409-E8ACC615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04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1B4B14-A816-4498-BDBA-0929E373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2EEED4-9A95-4F53-9D7A-0FE7DD4A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5248D1-E967-4297-AC8C-4C69089F5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2DB63-9B20-43E1-BC80-55120387F382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F4DD63-FB8E-48EC-A2A5-BBFE35EF3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06DF1-45FF-488F-B935-4D4C92F28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15165-CC3B-408E-A92D-A2ECE34234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63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tequalquer.com/id=1?order=acs?idpais=2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D22DD-CA5E-4F72-A693-C2D1D55180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Apis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480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1A5C1-EDBD-4B95-90EC-E155F7B7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Soap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Rest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8AC088-847B-481E-9804-4705D3F8D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378"/>
            <a:ext cx="10515600" cy="4877016"/>
          </a:xfrm>
        </p:spPr>
        <p:txBody>
          <a:bodyPr>
            <a:normAutofit/>
          </a:bodyPr>
          <a:lstStyle/>
          <a:p>
            <a:r>
              <a:rPr lang="pt-BR" dirty="0" err="1"/>
              <a:t>Soap</a:t>
            </a:r>
            <a:endParaRPr lang="pt-BR" dirty="0"/>
          </a:p>
          <a:p>
            <a:pPr lvl="1"/>
            <a:r>
              <a:rPr lang="pt-BR" dirty="0"/>
              <a:t>Protocolo de trocas XML</a:t>
            </a:r>
          </a:p>
          <a:p>
            <a:pPr lvl="1"/>
            <a:r>
              <a:rPr lang="pt-BR" dirty="0"/>
              <a:t>Não retorna nenhum resultado legível para humanos</a:t>
            </a:r>
          </a:p>
          <a:p>
            <a:pPr lvl="1"/>
            <a:r>
              <a:rPr lang="pt-BR" dirty="0"/>
              <a:t>Feito por outros protocolas de comunicação além de HTTP como o </a:t>
            </a:r>
            <a:r>
              <a:rPr lang="pt-BR" dirty="0" err="1"/>
              <a:t>SMTPe</a:t>
            </a:r>
            <a:r>
              <a:rPr lang="pt-BR" dirty="0"/>
              <a:t> FTP.</a:t>
            </a:r>
          </a:p>
          <a:p>
            <a:pPr lvl="1"/>
            <a:r>
              <a:rPr lang="pt-BR" dirty="0"/>
              <a:t>Não tem a melhor das </a:t>
            </a:r>
            <a:r>
              <a:rPr lang="pt-BR" dirty="0" err="1"/>
              <a:t>perfomaces</a:t>
            </a:r>
            <a:r>
              <a:rPr lang="pt-BR" dirty="0"/>
              <a:t>.</a:t>
            </a:r>
          </a:p>
          <a:p>
            <a:r>
              <a:rPr lang="pt-BR" dirty="0" err="1"/>
              <a:t>Rest</a:t>
            </a:r>
            <a:endParaRPr lang="pt-BR" dirty="0"/>
          </a:p>
          <a:p>
            <a:pPr lvl="1"/>
            <a:r>
              <a:rPr lang="pt-BR" dirty="0"/>
              <a:t>Estilo Arquitetural.</a:t>
            </a:r>
          </a:p>
          <a:p>
            <a:pPr lvl="1"/>
            <a:r>
              <a:rPr lang="pt-BR" dirty="0"/>
              <a:t>Pose usar diversos tipos de </a:t>
            </a:r>
            <a:r>
              <a:rPr lang="pt-BR" dirty="0" err="1"/>
              <a:t>bodys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Resposta em </a:t>
            </a:r>
            <a:r>
              <a:rPr lang="pt-BR" dirty="0" err="1"/>
              <a:t>Json</a:t>
            </a:r>
            <a:r>
              <a:rPr lang="pt-BR" dirty="0"/>
              <a:t> legível</a:t>
            </a:r>
          </a:p>
          <a:p>
            <a:pPr lvl="1"/>
            <a:r>
              <a:rPr lang="pt-BR" dirty="0"/>
              <a:t>Unicamente em HTTP.</a:t>
            </a:r>
          </a:p>
        </p:txBody>
      </p:sp>
    </p:spTree>
    <p:extLst>
      <p:ext uri="{BB962C8B-B14F-4D97-AF65-F5344CB8AC3E}">
        <p14:creationId xmlns:p14="http://schemas.microsoft.com/office/powerpoint/2010/main" val="3139417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92ACA-91F4-4D68-8B4B-56C537B2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SOAP é ruim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0669B9-FEA2-4FB9-9805-B15E36FB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é ruim.</a:t>
            </a:r>
          </a:p>
          <a:p>
            <a:r>
              <a:rPr lang="pt-BR" dirty="0"/>
              <a:t>Mas é bem pesado.</a:t>
            </a:r>
          </a:p>
          <a:p>
            <a:r>
              <a:rPr lang="pt-BR" dirty="0" err="1"/>
              <a:t>È</a:t>
            </a:r>
            <a:r>
              <a:rPr lang="pt-BR" dirty="0"/>
              <a:t> necessário envelopar os dados do SOAP. O que torna eles mais pesados.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322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F7DFF-0D3C-4DD4-B804-22A921F5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604056-3EB0-46C1-8BFF-A07E60DEF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Rest</a:t>
            </a:r>
            <a:endParaRPr lang="pt-BR" dirty="0"/>
          </a:p>
          <a:p>
            <a:r>
              <a:rPr lang="pt-BR" dirty="0" err="1"/>
              <a:t>Representational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 </a:t>
            </a:r>
            <a:r>
              <a:rPr lang="pt-BR" dirty="0" err="1"/>
              <a:t>Transfer</a:t>
            </a:r>
            <a:r>
              <a:rPr lang="pt-BR" dirty="0"/>
              <a:t>(REST).</a:t>
            </a:r>
          </a:p>
          <a:p>
            <a:r>
              <a:rPr lang="pt-BR" dirty="0"/>
              <a:t>Sistema em camadas (segurança, gateway...).</a:t>
            </a:r>
          </a:p>
          <a:p>
            <a:r>
              <a:rPr lang="pt-BR" dirty="0"/>
              <a:t>Isolamento entre cliente e servidor.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696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E612B-8777-4C11-83F7-2E097AC0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Parametros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B8C22D-2DA5-4AD7-963C-A38E4AD11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Path param – colocados dentro da URL, sem separação claro. (www.sitequalquer.com/1/</a:t>
            </a:r>
            <a:r>
              <a:rPr lang="pt-BR" dirty="0" err="1"/>
              <a:t>acs</a:t>
            </a:r>
            <a:r>
              <a:rPr lang="pt-BR" dirty="0"/>
              <a:t>/24)</a:t>
            </a:r>
          </a:p>
          <a:p>
            <a:r>
              <a:rPr lang="pt-BR" dirty="0"/>
              <a:t>Query </a:t>
            </a:r>
            <a:r>
              <a:rPr lang="pt-BR" dirty="0" err="1"/>
              <a:t>Params</a:t>
            </a:r>
            <a:r>
              <a:rPr lang="pt-BR" dirty="0"/>
              <a:t> – colocados juntos com o nome de sua variável e também não são </a:t>
            </a:r>
            <a:r>
              <a:rPr lang="pt-BR" dirty="0" err="1"/>
              <a:t>obrigadorios</a:t>
            </a:r>
            <a:r>
              <a:rPr lang="pt-BR" dirty="0"/>
              <a:t>. (</a:t>
            </a:r>
            <a:r>
              <a:rPr lang="pt-BR" dirty="0">
                <a:hlinkClick r:id="rId2"/>
              </a:rPr>
              <a:t>www.sitequalquer.com/id=1?order=</a:t>
            </a:r>
            <a:r>
              <a:rPr lang="pt-BR" dirty="0" err="1">
                <a:hlinkClick r:id="rId2"/>
              </a:rPr>
              <a:t>acs?idpais</a:t>
            </a:r>
            <a:r>
              <a:rPr lang="pt-BR" dirty="0">
                <a:hlinkClick r:id="rId2"/>
              </a:rPr>
              <a:t>=24</a:t>
            </a:r>
            <a:r>
              <a:rPr lang="pt-BR" dirty="0"/>
              <a:t>)</a:t>
            </a:r>
          </a:p>
          <a:p>
            <a:r>
              <a:rPr lang="pt-BR" dirty="0" err="1"/>
              <a:t>Body</a:t>
            </a:r>
            <a:r>
              <a:rPr lang="pt-BR" dirty="0"/>
              <a:t> – enviados em algum formato especifico dentro do corpo da requisição normalmente em formato JSON.</a:t>
            </a:r>
          </a:p>
        </p:txBody>
      </p:sp>
    </p:spTree>
    <p:extLst>
      <p:ext uri="{BB962C8B-B14F-4D97-AF65-F5344CB8AC3E}">
        <p14:creationId xmlns:p14="http://schemas.microsoft.com/office/powerpoint/2010/main" val="315525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9AB07-875D-4EC8-B6F3-16C97395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HTTP Status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9C64A8-E5D4-4B18-9DEE-3FCE29A9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200 – ok.</a:t>
            </a:r>
          </a:p>
          <a:p>
            <a:r>
              <a:rPr lang="pt-BR" dirty="0"/>
              <a:t>201 – </a:t>
            </a:r>
            <a:r>
              <a:rPr lang="pt-BR" dirty="0" err="1"/>
              <a:t>Created</a:t>
            </a:r>
            <a:r>
              <a:rPr lang="pt-BR" dirty="0"/>
              <a:t>.</a:t>
            </a:r>
          </a:p>
          <a:p>
            <a:r>
              <a:rPr lang="pt-BR" dirty="0"/>
              <a:t>204 - no </a:t>
            </a:r>
            <a:r>
              <a:rPr lang="pt-BR" dirty="0" err="1"/>
              <a:t>Content</a:t>
            </a:r>
            <a:r>
              <a:rPr lang="pt-BR" dirty="0"/>
              <a:t>.</a:t>
            </a:r>
          </a:p>
          <a:p>
            <a:r>
              <a:rPr lang="pt-BR" dirty="0"/>
              <a:t>400 – </a:t>
            </a:r>
            <a:r>
              <a:rPr lang="pt-BR" dirty="0" err="1"/>
              <a:t>Bad</a:t>
            </a:r>
            <a:r>
              <a:rPr lang="pt-BR" dirty="0"/>
              <a:t> </a:t>
            </a:r>
            <a:r>
              <a:rPr lang="pt-BR" dirty="0" err="1"/>
              <a:t>Request</a:t>
            </a:r>
            <a:r>
              <a:rPr lang="pt-BR" dirty="0"/>
              <a:t> (</a:t>
            </a:r>
            <a:r>
              <a:rPr lang="pt-BR" dirty="0" err="1"/>
              <a:t>request</a:t>
            </a:r>
            <a:r>
              <a:rPr lang="pt-BR" dirty="0"/>
              <a:t> com dados que não existem ou </a:t>
            </a:r>
            <a:r>
              <a:rPr lang="pt-BR" dirty="0" err="1"/>
              <a:t>endpoint</a:t>
            </a:r>
            <a:r>
              <a:rPr lang="pt-BR" dirty="0"/>
              <a:t> diferente)</a:t>
            </a:r>
          </a:p>
          <a:p>
            <a:r>
              <a:rPr lang="pt-BR" dirty="0"/>
              <a:t>401 – </a:t>
            </a:r>
            <a:r>
              <a:rPr lang="pt-BR" dirty="0" err="1"/>
              <a:t>Unauthorized</a:t>
            </a:r>
            <a:r>
              <a:rPr lang="pt-BR" dirty="0"/>
              <a:t>, recurso precisa de credenciais para acesso.</a:t>
            </a:r>
          </a:p>
          <a:p>
            <a:r>
              <a:rPr lang="pt-BR" dirty="0"/>
              <a:t>404 – no </a:t>
            </a:r>
            <a:r>
              <a:rPr lang="pt-BR" dirty="0" err="1"/>
              <a:t>Found</a:t>
            </a:r>
            <a:r>
              <a:rPr lang="pt-BR" dirty="0"/>
              <a:t>, </a:t>
            </a:r>
            <a:r>
              <a:rPr lang="pt-BR" dirty="0" err="1"/>
              <a:t>endpoint</a:t>
            </a:r>
            <a:r>
              <a:rPr lang="pt-BR" dirty="0"/>
              <a:t> errado ou inoperante.</a:t>
            </a:r>
          </a:p>
          <a:p>
            <a:r>
              <a:rPr lang="pt-BR" dirty="0"/>
              <a:t>405 – </a:t>
            </a:r>
            <a:r>
              <a:rPr lang="pt-BR" dirty="0" err="1"/>
              <a:t>Usuario</a:t>
            </a:r>
            <a:r>
              <a:rPr lang="pt-BR" dirty="0"/>
              <a:t> sem informação</a:t>
            </a:r>
          </a:p>
          <a:p>
            <a:r>
              <a:rPr lang="pt-BR" dirty="0"/>
              <a:t>409 – Conflito. Objeto criado com mesma requisição</a:t>
            </a:r>
          </a:p>
          <a:p>
            <a:r>
              <a:rPr lang="pt-BR" dirty="0"/>
              <a:t>500 – server erro.</a:t>
            </a:r>
          </a:p>
        </p:txBody>
      </p:sp>
    </p:spTree>
    <p:extLst>
      <p:ext uri="{BB962C8B-B14F-4D97-AF65-F5344CB8AC3E}">
        <p14:creationId xmlns:p14="http://schemas.microsoft.com/office/powerpoint/2010/main" val="15880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4C9F4-61C7-4352-AF01-46B6DFF8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Verbis</a:t>
            </a:r>
            <a:r>
              <a:rPr lang="pt-BR" dirty="0"/>
              <a:t> do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33BE79-8EB9-407D-970D-419FECD12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GET/PUT/POST/PATCG/DELETE.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Há alguns outros mas depende bastante.</a:t>
            </a:r>
          </a:p>
        </p:txBody>
      </p:sp>
    </p:spTree>
    <p:extLst>
      <p:ext uri="{BB962C8B-B14F-4D97-AF65-F5344CB8AC3E}">
        <p14:creationId xmlns:p14="http://schemas.microsoft.com/office/powerpoint/2010/main" val="105166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836F0-6F9A-43EE-BF24-CA45E292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HATEOAS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19B56D-DF2C-4A9D-B2B2-3C9D050C4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HYPERMEDIA AS THE ENGINE OF AAPLICATION STATE.</a:t>
            </a:r>
          </a:p>
          <a:p>
            <a:endParaRPr lang="pt-BR" dirty="0"/>
          </a:p>
          <a:p>
            <a:r>
              <a:rPr lang="pt-BR" dirty="0" err="1"/>
              <a:t>RestFull</a:t>
            </a:r>
            <a:r>
              <a:rPr lang="pt-BR" dirty="0"/>
              <a:t> </a:t>
            </a:r>
            <a:r>
              <a:rPr lang="pt-BR" dirty="0" err="1"/>
              <a:t>Api</a:t>
            </a:r>
            <a:r>
              <a:rPr lang="pt-BR" dirty="0"/>
              <a:t>.</a:t>
            </a:r>
          </a:p>
          <a:p>
            <a:r>
              <a:rPr lang="pt-BR" dirty="0"/>
              <a:t>Possuindo todos os verbos e definindo muito bem o que eles devem fazer.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253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2CF10-09A8-4EA2-AECC-FF7137BA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30F58-37FC-4CDD-9858-89879B5B5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Paginação – separe o quanto de dado necessita ser mandado para o cliente.</a:t>
            </a:r>
          </a:p>
          <a:p>
            <a:r>
              <a:rPr lang="pt-BR" dirty="0"/>
              <a:t>Filtros – </a:t>
            </a:r>
          </a:p>
          <a:p>
            <a:r>
              <a:rPr lang="pt-BR" dirty="0"/>
              <a:t>Recursos lógicos – separação clara do que é para realizar.</a:t>
            </a:r>
          </a:p>
          <a:p>
            <a:r>
              <a:rPr lang="pt-BR" dirty="0" err="1"/>
              <a:t>Tolerancia</a:t>
            </a:r>
            <a:r>
              <a:rPr lang="pt-BR" dirty="0"/>
              <a:t> a falha – ter um controle claro do que pode estar causando problema</a:t>
            </a:r>
          </a:p>
          <a:p>
            <a:r>
              <a:rPr lang="pt-BR" dirty="0"/>
              <a:t>Cache – realizar controle de Cache, </a:t>
            </a:r>
            <a:r>
              <a:rPr lang="pt-BR" dirty="0" err="1"/>
              <a:t>Rest</a:t>
            </a:r>
            <a:r>
              <a:rPr lang="pt-BR" dirty="0"/>
              <a:t> também incentiva o controle de cache.</a:t>
            </a:r>
          </a:p>
          <a:p>
            <a:r>
              <a:rPr lang="pt-BR" dirty="0" err="1"/>
              <a:t>Timout</a:t>
            </a:r>
            <a:r>
              <a:rPr lang="pt-BR" dirty="0"/>
              <a:t> – precisa saber o que é o tempo limite de sua aplicação.</a:t>
            </a:r>
          </a:p>
          <a:p>
            <a:r>
              <a:rPr lang="pt-BR" dirty="0"/>
              <a:t>Exportação – incluir a opção para diferentes tipos de retorno que não apenas JSON.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8249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390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Apis</vt:lpstr>
      <vt:lpstr>O que é Soap Vs Rest</vt:lpstr>
      <vt:lpstr>SOAP é ruim</vt:lpstr>
      <vt:lpstr>REST</vt:lpstr>
      <vt:lpstr>Parametros</vt:lpstr>
      <vt:lpstr>HTTP Status</vt:lpstr>
      <vt:lpstr>Verbis do HTTP</vt:lpstr>
      <vt:lpstr>HATEOAS</vt:lpstr>
      <vt:lpstr>Boas práticas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Apis</dc:title>
  <dc:creator>DIOGO</dc:creator>
  <cp:lastModifiedBy>DIOGO</cp:lastModifiedBy>
  <cp:revision>10</cp:revision>
  <dcterms:created xsi:type="dcterms:W3CDTF">2025-12-09T00:53:06Z</dcterms:created>
  <dcterms:modified xsi:type="dcterms:W3CDTF">2025-12-09T03:03:29Z</dcterms:modified>
</cp:coreProperties>
</file>